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Georgia"/>
              </a:defRPr>
            </a:pPr>
            <a:r>
              <a:t>CYBERTHREATFORGE</a:t>
            </a:r>
          </a:p>
          <a:p>
            <a:pPr>
              <a:defRPr sz="1800" i="1">
                <a:solidFill>
                  <a:srgbClr val="94A3B8"/>
                </a:solidFill>
                <a:latin typeface="Arial"/>
              </a:defRPr>
            </a:pPr>
            <a:r>
              <a:t>Advanced Cybersecurity Simulation and Threat Defense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Prepared by: CyberThreatForge AI Engine</a:t>
            </a:r>
            <a:br/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Georgia"/>
              </a:defRPr>
            </a:pPr>
            <a:r>
              <a:t>1. Executive Summary &amp;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An enterprise threat modeling range designed to simulate modern cyber warfare scenarios.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Integrates real-time defensive monitoring dashboards with multi-domain vulnerability assessments.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Includes post-quantum cryptographic simulation modules for secure communications auditing.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Bridges the gap between raw threat telemetry and blue-team interactive training exercises.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Georgia"/>
              </a:defRPr>
            </a:pPr>
            <a:r>
              <a:t>2. Central Security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Real-time visual monitoring of network health, cyber attack feeds, and warning system logs.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Glassmorphism dark UI designed for quick situational analysis by security operations teams.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Aggregates alerts from core modules (OSINT, DeFiGuard, ModelDefender) in a single stream.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Dynamic status health indicators for critical network zones.</a:t>
            </a:r>
          </a:p>
        </p:txBody>
      </p:sp>
      <p:pic>
        <p:nvPicPr>
          <p:cNvPr id="4" name="Picture 3" descr="dashboard_mockup_17819721279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Georgia"/>
              </a:defRPr>
            </a:pPr>
            <a:r>
              <a:t>3. Interactive Cyber Range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Full simulated sandbox environment for defense training and active incident exercises.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Visualization of network topologies showing active attack paths and compromised segments.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Training meters and scorecards to assess blue-team incident response times.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Simulates red-team exploit streams in an isolated sandbox context.</a:t>
            </a:r>
          </a:p>
        </p:txBody>
      </p:sp>
      <p:pic>
        <p:nvPicPr>
          <p:cNvPr id="4" name="Picture 3" descr="training_arena_mockup_17819721524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Georgia"/>
              </a:defRPr>
            </a:pPr>
            <a:r>
              <a:t>4. Software Supply Chain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Map dependency structures to identify package vulnerabilities and transit risks.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Audit vendor profiles and verify package checksums in transit.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Calculates risk scores based on nested components and third-party dependencies.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Detailed database models configured to log vendor compliance status.</a:t>
            </a:r>
          </a:p>
        </p:txBody>
      </p:sp>
      <p:pic>
        <p:nvPicPr>
          <p:cNvPr id="4" name="Picture 3" descr="supplychain_security_mockup_17819721816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Georgia"/>
              </a:defRPr>
            </a:pPr>
            <a:r>
              <a:t>5. Specialty Defense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ModelDefender: Embeds robust watermarks in ML models to protect IP and detect spoofing.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DeFiGuard: Scans blockchain ledger interactions and audits Tornado Cash proxy addresses.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FirmwareGuard: Automatically checks signatures and hashes for SCADA/IoT devices.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PsyOpsForge: Models and tracks misinformation campaigns across target demographics.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LegacyShield: Validates air-gap and SCADA legacy protocol communications (Modbus/TCP).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Georgia"/>
              </a:defRPr>
            </a:pPr>
            <a:r>
              <a:t>6. Deployment &amp; Setup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The platform is completely containerized for simple setup across dev/staging environments.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Launch with Docker Compose:</a:t>
            </a:r>
            <a:br/>
            <a:r>
              <a:t>  $ docker-compose up --build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Kubernetes Orchestration config manifests:</a:t>
            </a:r>
            <a:br/>
            <a:r>
              <a:t>  $ kubectl apply -f k8s/deployment.yaml</a:t>
            </a:r>
            <a:br/>
            <a:r>
              <a:t>  $ kubectl apply -f k8s/service.yaml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Fully automated local Python range launcher script included (run_local.py).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